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Resolve, Don't Respond.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thesis on building AI agents that actually close support tickets.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chatbots answer questions. Great support agents solve problems. The difference is architecture: an agent that can verify identity, look up real data, check eligibility rules, and take action — or know when to hand off to a human. Every design decision in this prototype serves one goal: make it structurally hard for the agent to hallucinate and structurally easy for it to resolve.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Bookly Support Agent  •  Solutions Engineering Take-Home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Customer Message Flows Through the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4338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280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4338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1280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32120" y="1280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1280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280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23760" y="1280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1280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Functions (called via OpenAI function-calling)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53288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6060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verify_customer_email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8620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check before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access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53288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29184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26060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lookup_order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8620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order details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order 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253288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03504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6060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search_knowledge_base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28620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cite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articles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3872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486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3611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initiate_return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38679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eligibility,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 deny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53872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2918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611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search_orders_by_email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38679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orders when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provided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3538728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0350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3611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escalate_to_human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38679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context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LLM decides WHAT to do, but tools enforce HOW. The agent can't invent data — it must call a function to get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338C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Verification-First Flow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chose: Email verification required before any order data is shared. Conversation state tracks verified status across turns.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Adds friction to the conversation — customer must provide email even if they have an order ID.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00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it: Prevents unauthorized data access. In production, anyone could type a random order ID. This is table stakes for enterprise CX.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338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Tool with Citation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43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chose: Policy questions answered by retrieving specific articles via a tool, not from the LLM's training data.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More complex than baking policies into the system prompt. Adds a tool call to policy questions.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926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it: Eliminates hallucinated policies. The agent cites 'Per our Return Policy (POL-001)...' instead of paraphrasing from memory. Policies can be updated without changing the prompt.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338C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Escalation with Handoff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0690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chose: Escalation is a tool call that generates a handoff packet: summary, reason, customer sentiment.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More engineering than a simple 'I'll connect you to a human' message.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it: The agent is part of a support system, not a standalone bot. Human agents need context to pick up where AI left off. This is what Decagon builds for enterprises.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 in Production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F20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RAG-Powered Knowledge 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keyword matching with vector search over a real document store. Policies, FAQs, and product info all become retrievable — and updatable by the CX team without touching the prompt.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F20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Output Guardrail Layer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pass between the LLM's response and the customer. Scan for leaked internal IDs, unauthorized promises, off-topic content, and PII before anything reaches the customer.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F20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Conversation Analytics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conversation with resolution status, escalation reason, customer sentiment, and topic. Use this data to measure deflection rate, find failure patterns, and improve the agent over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F20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Multi-Agent Routing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49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specialized agents for orders, returns, billing, and account issues — with a lightweight intent classifier routing to the right one. Each agent has a focused prompt and toolset.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improvement maps to a production concern I've seen in enterprise CX deployments.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2026-09-08T19:20:59Z</dcterms:created>
  <dcterms:modified xsi:type="dcterms:W3CDTF">2026-09-08T19:20:59Z</dcterms:modified>
</cp:coreProperties>
</file>